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sp>
        <p:txBody>
          <a:p>
            <a:r>
              <a:rPr b="1"/>
              <a:t>勾股定理</a:t>
            </a:r>
          </a:p>
          <a:p>
            <a:r>
              <a:t>直角三角形：a² + b² = c²</a:t>
            </a:r>
          </a:p>
          <a:p>
            <a:r>
              <a:t>本页为 PPTX 基础预览测试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sp>
        <p:txBody>
          <a:p>
            <a:r>
              <a:rPr b="1"/>
              <a:t>第二章</a:t>
            </a:r>
          </a:p>
          <a:p>
            <a:r>
              <a:t>内容页测试：文本提取</a:t>
            </a:r>
          </a:p>
          <a:p>
            <a:r>
              <a:t>动画与精确排版不在范围内</a:t>
            </a:r>
          </a:p>
        </p:txBody>
      </p:sp>
    </p:spTree>
  </p:cSld>
</p:sld>
</file>